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0152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94C7E"/>
                </a:solidFill>
              </a:rPr>
              <a:t>THE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B2D8"/>
                </a:solidFill>
              </a:rPr>
              <a:t>A Journey Through Space &amp;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From the Big Bang to the Edge of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8B2D8"/>
                </a:solidFill>
              </a:rPr>
              <a:t>Presented by Claude Code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WE'LL 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94C7E"/>
                </a:solidFill>
              </a:rPr>
              <a:t>─────────────────────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7899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7E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The Big 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39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How everything began 13.8 billion years ago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07899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7E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Stars &amp; Galaxies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The building blocks of the cosmos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107899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7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Black Holes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11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Where gravity wins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07899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7E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Dark Matter &amp;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The invisible majority of the universe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07899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7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7E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66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The Future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321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What lies ahead for our cosmos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4C7E"/>
                </a:solidFill>
              </a:rPr>
              <a:t>THE BIG 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D8"/>
                </a:solidFill>
              </a:rPr>
              <a:t>The origin of space, time, and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94C7E"/>
                </a:solidFill>
              </a:rPr>
              <a:t>13.8B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Years 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The universe burst into existence from an infinitely dense point — a singularity.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486400" cy="54864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1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94C7E"/>
                </a:solidFill>
              </a:rPr>
              <a:t>10⁻⁴³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Planck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The earliest moment we can describe with known physics after the Bang.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79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5486400" cy="54864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94C7E"/>
                </a:solidFill>
              </a:rPr>
              <a:t>380,000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Years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1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The universe cooled enough for atoms to form, releasing the first light (CMB).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40479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79"/>
            <a:ext cx="5486400" cy="54864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94C7E"/>
                </a:solidFill>
              </a:rPr>
              <a:t>~1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Nucleosynthesis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1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Protons &amp; neutrons fused to form hydrogen and helium nuclei.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4C7E"/>
                </a:solidFill>
              </a:rPr>
              <a:t>STARS &amp; GALAXIES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D8"/>
                </a:solidFill>
              </a:rPr>
              <a:t>The luminous architecture of the cosmos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Our Milky Way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200–400B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Stars in the Milky 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2 Trillion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Galaxies in the observable universe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100,000 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Diameter of the Milky 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26,000 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Distance: Earth to galactic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93192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114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Type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Our Sun's stellar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931920"/>
            <a:ext cx="35661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114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4C7E"/>
                </a:solidFill>
              </a:rPr>
              <a:t>10B yrs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Typical main-sequence star lifespan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4C7E"/>
                </a:solidFill>
              </a:rPr>
              <a:t>BLACK HOLES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D8"/>
                </a:solidFill>
              </a:rPr>
              <a:t>Regions where gravity becomes infinite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What is a Black Hole?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A black hole forms when a massive star collapses under its own gravity. The escape velocity exceeds the speed of light — nothing, not even photons, can escape.
The boundary of no return is called the Event Horizon.
At the center lies the Singularity — a point of infinite density where our known laws of physics break down.
Supermassive black holes lurk at the centers of nearly every large galaxy, including Sagittarius A* in our own Milky Way (4 million solar masses).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73152" cy="1463040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Stellar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7E"/>
                </a:solidFill>
              </a:rPr>
              <a:t>3–20 M☉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Formed from collapsing stars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73152" cy="1463040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7E"/>
                </a:solidFill>
              </a:rPr>
              <a:t>100–10⁵ M☉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Rare, found in star clusters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4480560"/>
            <a:ext cx="73152" cy="1463040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Supermassive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7E"/>
                </a:solidFill>
              </a:rPr>
              <a:t>&gt;10⁶ M☉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D8"/>
                </a:solidFill>
              </a:rPr>
              <a:t>Found in galactic nuclei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4C7E"/>
                </a:solidFill>
              </a:rPr>
              <a:t>DARK MATTER &amp; DARK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D8"/>
                </a:solidFill>
              </a:rPr>
              <a:t>The invisible 95% ruling the cosmos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Composition of the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Ordinary Matter  —  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48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286000"/>
            <a:ext cx="10424159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B2D8"/>
                </a:solidFill>
              </a:rPr>
              <a:t>Dark Matter  —  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2962656" cy="502920"/>
          </a:xfrm>
          <a:prstGeom prst="rect">
            <a:avLst/>
          </a:prstGeom>
          <a:solidFill>
            <a:srgbClr val="A8B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3703320"/>
            <a:ext cx="8010144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7E"/>
                </a:solidFill>
              </a:rPr>
              <a:t>Dark Energy  —  68%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7461504" cy="502920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18704" y="5120640"/>
            <a:ext cx="3511295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Dark Matter: Invisible, but its gravity holds galaxies together. Detected only by its gravitational effects. Candidates include WIMPs and axions.
Dark Energy: A mysterious force accelerating the expansion of the universe. Discovered in 1998 via supernova observations.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4C7E"/>
                </a:solidFill>
              </a:rPr>
              <a:t>THE FUTURE OF THE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D8"/>
                </a:solidFill>
              </a:rPr>
              <a:t>What the cosmos has in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36776"/>
            <a:ext cx="112471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C7E"/>
                </a:solidFill>
              </a:rPr>
              <a:t>5B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34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Red Giant Sun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Our Sun expands, engulfing Mercury, Venus — and possibly Earth.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1124712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112471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13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C7E"/>
                </a:solidFill>
              </a:rPr>
              <a:t>100B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13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Galaxy Mergers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706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The Milky Way and Andromeda have long since collided and merged.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46704"/>
            <a:ext cx="1124712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12471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92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C7E"/>
                </a:solidFill>
              </a:rPr>
              <a:t>10¹⁴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39242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Last Stars Die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9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The final red dwarfs burn out. The universe enters the Degenerate Era.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25696"/>
            <a:ext cx="1124712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73752"/>
            <a:ext cx="112471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714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C7E"/>
                </a:solidFill>
              </a:rPr>
              <a:t>10⁴⁰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714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Proton Decay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286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Ordinary matter dissolves. Only black holes remain.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04688"/>
            <a:ext cx="1124712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52744"/>
            <a:ext cx="112471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5040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C7E"/>
                </a:solidFill>
              </a:rPr>
              <a:t>10¹⁰⁰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55040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Heat Death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0760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D8"/>
                </a:solidFill>
              </a:rPr>
              <a:t>Black holes evaporate via Hawking radiation. Maximum entropy. Silence.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0152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4C7E"/>
                </a:solidFill>
              </a:rPr>
              <a:t>THE UNIVERSE IS UNDER NO OBLIGATION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to make sense to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2D8"/>
                </a:solidFill>
              </a:rPr>
              <a:t>— Neil deGrasse Tyson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2D8"/>
                </a:solidFill>
              </a:rPr>
              <a:t>Thank you for exploring the cosmos.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17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2D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